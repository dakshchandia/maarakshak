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182880"/>
            <a:ext cx="1371600" cy="777240"/>
          </a:xfrm>
          <a:prstGeom prst="ellipse">
            <a:avLst/>
          </a:prstGeom>
          <a:solidFill>
            <a:srgbClr val="F8FAFC"/>
          </a:solidFill>
          <a:ln w="254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9333EA"/>
                </a:solidFill>
              </a:defRPr>
            </a:pPr>
            <a:r>
              <a:t>Your Team</a:t>
            </a:r>
            <a:br/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2286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/>
              </a:defRPr>
            </a:pPr>
            <a:r>
              <a:t>MAARAKSHA - Every Mother’s Health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3716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Arial"/>
              </a:defRPr>
            </a:pPr>
            <a:r>
              <a:t>SMART INDIA</a:t>
            </a:r>
            <a:br/>
            <a:r>
              <a:t>HACKATHON</a:t>
            </a:r>
            <a:br/>
            <a: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3931920" cy="5303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▪  Maaraksha is an AI-powered maternal health early-warning and monitoring system designed to provide timely attention and support to expecting mothers, particularly in rural areas.</a:t>
            </a:r>
          </a:p>
          <a:p>
            <a:pPr>
              <a:spcAft>
                <a:spcPts val="12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▪  In India, ASHA workers serve as vital grassroots links between pregnant women and the healthcare system. Maaraksha aims to digitalize and streamline this health monitoring process.</a:t>
            </a:r>
          </a:p>
          <a:p>
            <a:pPr>
              <a:spcAft>
                <a:spcPts val="12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▪  Patients can create their health profile, upload medical reports, and check in daily through text, voice, or predefined options. AI analyzes this information to identify potential risks and provide guidance.</a:t>
            </a:r>
          </a:p>
          <a:p>
            <a:pPr>
              <a:spcAft>
                <a:spcPts val="12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▪  Maaraksha digitalizes the records of expecting women assigned to ASHA workers, improving record maintenance, patient follow-up, and risk-based prioritization for timely assistance.</a:t>
            </a:r>
          </a:p>
        </p:txBody>
      </p:sp>
      <p:pic>
        <p:nvPicPr>
          <p:cNvPr id="6" name="Picture 5" descr="maaraksha_sih_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051560"/>
            <a:ext cx="7436815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89120" y="5806440"/>
            <a:ext cx="7436815" cy="8686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The website uses role-based login for patients, ASHA workers, family members, PHC personnel, and district officers, allowing each to access relevant information. Higher authorities can monitor patient assignments, ASHA activities, and overall health-tracking progress.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